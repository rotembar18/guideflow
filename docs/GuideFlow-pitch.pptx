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app's best feature is worthless if nobody finds it. Most new users open an app, feel lost, and never come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usual answer is a built-in tutorial. But the moment you want to change it, you're shipping a new app release, waiting on review, and hoping users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GuideFlow changes that. Build your in-app tutorials once, publish them from a portal, and update them live, with no app-store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It's two parts: a lightweight Android SDK you drop into your app, and a portal where you design the tutorials. The app just renders whatever you've published.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flow is simple. You author a tour in the portal, press publish, and every app carrying your project key downloads it on the next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That's the magic. Edit a step, publish, and it's live in seconds. No rebuild, no review queue, no waiting for users to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it guides users gently, right where they are: a spotlight to focus attention, a tooltip on a button, or a full-screen message when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confusing onboarding becomes a same-day fix. A new feature gets a walkthrough the moment it ships. You guide users without shipping code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you're never guessing. Built-in analytics show how many people start, finish, or drop off,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It's tiny to adopt, three steps and it's running, and it's published on JitPack. GuideFlow: onboard users, launch features, and never ship a release just to change a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868680"/>
            <a:ext cx="502920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F5BD5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6126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1141B"/>
                </a:solidFill>
                <a:latin typeface="Segoe UI"/>
              </a:rPr>
              <a:t>Your best feature is useless if no one finds it.</a:t>
            </a:r>
          </a:p>
        </p:txBody>
      </p:sp>
      <p:pic>
        <p:nvPicPr>
          <p:cNvPr id="5" name="Picture 4" descr="demoapp_mainScree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868680"/>
            <a:ext cx="260532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103120"/>
            <a:ext cx="502920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F5BD5"/>
                </a:solidFill>
                <a:latin typeface="Segoe UI"/>
              </a:rPr>
              <a:t>THE OLD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107899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1141B"/>
                </a:solidFill>
                <a:latin typeface="Segoe UI"/>
              </a:rPr>
              <a:t>Changing a tutorial meant shipping a whole new app release.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uidefl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1280160"/>
            <a:ext cx="2103120" cy="2103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600" b="1">
                <a:solidFill>
                  <a:srgbClr val="11141B"/>
                </a:solidFill>
                <a:latin typeface="Segoe UI"/>
              </a:rPr>
              <a:t>GuideFlow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0060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5B6472"/>
                </a:solidFill>
                <a:latin typeface="Segoe UI"/>
              </a:rPr>
              <a:t>Interactive in-app tutorials, updated over the air.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868680"/>
            <a:ext cx="502920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F5BD5"/>
                </a:solidFill>
                <a:latin typeface="Segoe UI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6126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1141B"/>
                </a:solidFill>
                <a:latin typeface="Segoe UI"/>
              </a:rPr>
              <a:t>An SDK for your app, plus a portal to design the tours.</a:t>
            </a:r>
          </a:p>
        </p:txBody>
      </p:sp>
      <p:pic>
        <p:nvPicPr>
          <p:cNvPr id="5" name="Picture 4" descr="portal_editStep_tooltip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54480"/>
            <a:ext cx="2249388" cy="4023360"/>
          </a:xfrm>
          <a:prstGeom prst="rect">
            <a:avLst/>
          </a:prstGeom>
        </p:spPr>
      </p:pic>
      <p:pic>
        <p:nvPicPr>
          <p:cNvPr id="6" name="Picture 5" descr="demoapp_mainScree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1554480"/>
            <a:ext cx="204704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868680"/>
            <a:ext cx="502920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F5BD5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6126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1141B"/>
                </a:solidFill>
                <a:latin typeface="Segoe UI"/>
              </a:rPr>
              <a:t>Author  -&gt;  Publish  -&gt;  live on every app.</a:t>
            </a:r>
          </a:p>
        </p:txBody>
      </p:sp>
      <p:pic>
        <p:nvPicPr>
          <p:cNvPr id="5" name="Picture 4" descr="portal_flow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868680"/>
            <a:ext cx="268533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868680"/>
            <a:ext cx="502920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F5BD5"/>
                </a:solidFill>
                <a:latin typeface="Segoe UI"/>
              </a:rPr>
              <a:t>THE MAGIC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6126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1141B"/>
                </a:solidFill>
                <a:latin typeface="Segoe UI"/>
              </a:rPr>
              <a:t>Edit. Publish. Live in seconds.</a:t>
            </a:r>
          </a:p>
        </p:txBody>
      </p:sp>
      <p:pic>
        <p:nvPicPr>
          <p:cNvPr id="5" name="Picture 4" descr="demoapp_spotlight_dem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868680"/>
            <a:ext cx="267033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868680"/>
            <a:ext cx="502920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F5BD5"/>
                </a:solidFill>
                <a:latin typeface="Segoe UI"/>
              </a:rPr>
              <a:t>THE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6126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1141B"/>
                </a:solidFill>
                <a:latin typeface="Segoe UI"/>
              </a:rPr>
              <a:t>Guidance where users already are.</a:t>
            </a:r>
          </a:p>
        </p:txBody>
      </p:sp>
      <p:pic>
        <p:nvPicPr>
          <p:cNvPr id="5" name="Picture 4" descr="demoapp_spotlight_dem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54480"/>
            <a:ext cx="2098119" cy="4023360"/>
          </a:xfrm>
          <a:prstGeom prst="rect">
            <a:avLst/>
          </a:prstGeom>
        </p:spPr>
      </p:pic>
      <p:pic>
        <p:nvPicPr>
          <p:cNvPr id="6" name="Picture 5" descr="demoapp_modal_dem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1554480"/>
            <a:ext cx="2104013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103120"/>
            <a:ext cx="502920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F5BD5"/>
                </a:solidFill>
                <a:latin typeface="Segoe UI"/>
              </a:rPr>
              <a:t>WHY IT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107899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1141B"/>
                </a:solidFill>
                <a:latin typeface="Segoe UI"/>
              </a:rPr>
              <a:t>Fix onboarding today. Launch features guided. No release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868680"/>
            <a:ext cx="502920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F5BD5"/>
                </a:solidFill>
                <a:latin typeface="Segoe UI"/>
              </a:rPr>
              <a:t>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6126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1141B"/>
                </a:solidFill>
                <a:latin typeface="Segoe UI"/>
              </a:rPr>
              <a:t>Never guess: see who finishes and who drops off.</a:t>
            </a:r>
          </a:p>
        </p:txBody>
      </p:sp>
      <p:pic>
        <p:nvPicPr>
          <p:cNvPr id="5" name="Picture 4" descr="portal_analytic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868680"/>
            <a:ext cx="267533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uidefl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1280160"/>
            <a:ext cx="2103120" cy="2103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600" b="1">
                <a:solidFill>
                  <a:srgbClr val="11141B"/>
                </a:solidFill>
                <a:latin typeface="Segoe UI"/>
              </a:rPr>
              <a:t>Onboard users. Launch features.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0060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5B6472"/>
                </a:solidFill>
                <a:latin typeface="Segoe UI"/>
              </a:rPr>
              <a:t>Three steps to integrate. Published on JitPack.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4F5BD5"/>
                </a:solidFill>
                <a:latin typeface="Segoe UI"/>
              </a:rPr>
              <a:t>github.com/RotemBar18/GuideFlow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